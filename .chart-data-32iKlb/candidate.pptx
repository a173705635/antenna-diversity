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6ace0deb94057" /><Relationship Type="http://schemas.openxmlformats.org/officeDocument/2006/relationships/extended-properties" Target="/docProps/app.xml" Id="R4f0c65ddd09344fb" /><Relationship Type="http://schemas.openxmlformats.org/officeDocument/2006/relationships/officeDocument" Target="/ppt/presentation.xml" Id="Redbfc844c8c74d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c64f84771141d4"/>
  </p:sldMasterIdLst>
  <p:notesMasterIdLst>
    <p:notesMasterId xmlns:r="http://schemas.openxmlformats.org/officeDocument/2006/relationships" r:id="Rf5faec2917a34ac1"/>
  </p:notesMasterIdLst>
  <p:sldIdLst>
    <p:sldId xmlns:r="http://schemas.openxmlformats.org/officeDocument/2006/relationships" id="256" r:id="Ra7ee3d7b71f547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c30012babb4f3b" /><Relationship Type="http://schemas.openxmlformats.org/officeDocument/2006/relationships/slideMaster" Target="/ppt/slideMasters/slideMaster1.xml" Id="Rb0c64f84771141d4" /><Relationship Type="http://schemas.openxmlformats.org/officeDocument/2006/relationships/notesMaster" Target="/ppt/notesMasters/notesMaster1.xml" Id="Rf5faec2917a34ac1" /><Relationship Type="http://schemas.openxmlformats.org/officeDocument/2006/relationships/presProps" Target="/ppt/presProps.xml" Id="R56ca73c8bd5f4c96" /><Relationship Type="http://schemas.openxmlformats.org/officeDocument/2006/relationships/tableStyles" Target="/ppt/tableStyles.xml" Id="R1aa1253081fc48ac" /><Relationship Type="http://schemas.openxmlformats.org/officeDocument/2006/relationships/slide" Target="/ppt/slides/slide1.xml" Id="Ra7ee3d7b71f5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4284ba8894a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98d4654f4c4ae9" /><Relationship Type="http://schemas.openxmlformats.org/officeDocument/2006/relationships/notesMaster" Target="/ppt/notesMasters/notesMaster1.xml" Id="Rf8ac5bca29094c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本页结论来源：</a:t>
            </a:r>
          </a:p>
          <a:p xmlns:a="http://schemas.openxmlformats.org/drawingml/2006/main">
            <a:r>
              <a:t>1. docs/reports/2026-09-14-gpspatron-spatial-diversity.md</a:t>
            </a:r>
          </a:p>
          <a:p xmlns:a="http://schemas.openxmlformats.org/drawingml/2006/main">
            <a:r>
              <a:t>2. docs/reports/2026-09-14-spacing-1m.md</a:t>
            </a:r>
          </a:p>
          <a:p xmlns:a="http://schemas.openxmlformats.org/drawingml/2006/main">
            <a:r>
              <a:t>3. docs/reports/2026-09-11-sdcp-positioning.md</a:t>
            </a:r>
          </a:p>
          <a:p xmlns:a="http://schemas.openxmlformats.org/drawingml/2006/main">
            <a:r>
              <a:t>4. python_sim_simplified/RESEARCH_THIRD_HUNDRED_REPORT.md</a:t>
            </a:r>
          </a:p>
          <a:p xmlns:a="http://schemas.openxmlformats.org/drawingml/2006/main">
            <a:r>
              <a:t>说明：第三批100轮报告当前位于本地未提交工作区；引用前应与最终归档版本核对。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ed4e2056849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117273b2224914" /><Relationship Type="http://schemas.openxmlformats.org/officeDocument/2006/relationships/slideLayout" Target="/ppt/slideLayouts/slideLayout1.xml" Id="Ra78b97cc1e054b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8b97cc1e054b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c101660d74597" /><Relationship Type="http://schemas.openxmlformats.org/officeDocument/2006/relationships/chart" Target="/ppt/slides/charts/chart1.xml" Id="Rf650e0e222144a96" /><Relationship Type="http://schemas.openxmlformats.org/officeDocument/2006/relationships/notesSlide" Target="/ppt/notesSlides/notesSlide1.xml" Id="Rbc1a34acda1344a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手机尺寸 75.9 × 160.9 mm</c:v>
          </c:tx>
          <c:spPr>
            <a:solidFill xmlns:a="http://schemas.openxmlformats.org/drawingml/2006/main">
              <a:srgbClr val="008A91"/>
            </a:solidFill>
          </c:spPr>
          <c:cat>
            <c:strRef>
              <c:f>'Chart Data'!$A$2:$A$4</c:f>
              <c:strCache>
                <c:ptCount val="3"/>
                <c:pt idx="0">
                  <c:v>2 天线</c:v>
                </c:pt>
                <c:pt idx="1">
                  <c:v>3 天线</c:v>
                </c:pt>
                <c:pt idx="2">
                  <c:v>4 天线</c:v>
                </c:pt>
              </c:strCache>
            </c:strRef>
          </c:cat>
          <c:val>
            <c:numRef>
              <c:f>'Chart Data'!$B$2:$B$4</c:f>
              <c:numCache>
                <c:formatCode>0.0"%"</c:formatCode>
                <c:ptCount val="3"/>
                <c:pt idx="0">
                  <c:v>4.7</c:v>
                </c:pt>
                <c:pt idx="1">
                  <c:v>79.7</c:v>
                </c:pt>
                <c:pt idx="2">
                  <c:v>94.6</c:v>
                </c:pt>
              </c:numCache>
            </c:numRef>
          </c:val>
        </c:ser>
        <c:ser>
          <c:idx val="1"/>
          <c:order val="1"/>
          <c:tx>
            <c:v>1 m 正方形阵列</c:v>
          </c:tx>
          <c:spPr>
            <a:solidFill xmlns:a="http://schemas.openxmlformats.org/drawingml/2006/main">
              <a:srgbClr val="E39B32"/>
            </a:solidFill>
          </c:spPr>
          <c:cat>
            <c:strRef>
              <c:f>'Chart Data'!$C$2:$C$4</c:f>
              <c:strCache>
                <c:ptCount val="3"/>
                <c:pt idx="0">
                  <c:v>2 天线</c:v>
                </c:pt>
                <c:pt idx="1">
                  <c:v>3 天线</c:v>
                </c:pt>
                <c:pt idx="2">
                  <c:v>4 天线</c:v>
                </c:pt>
              </c:strCache>
            </c:strRef>
          </c:cat>
          <c:val>
            <c:numRef>
              <c:f>'Chart Data'!$D$2:$D$4</c:f>
              <c:numCache>
                <c:formatCode>0.0"%"</c:formatCode>
                <c:ptCount val="3"/>
                <c:pt idx="0">
                  <c:v>5.76</c:v>
                </c:pt>
                <c:pt idx="1">
                  <c:v>90.92</c:v>
                </c:pt>
                <c:pt idx="2">
                  <c:v>98.22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E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2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5"/>
      </c:valAx>
      <c:spPr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B6B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853AC-8620-4A1A-B278-0EFCC88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GNSS 天线分集近期仿真结论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CF1F2-7418-467A-8F12-14D2382C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多基线提升部分同源欺骗的可见性，但天线数和孔径都不保证单调收益；可信导航尚未闭环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39813-6958-4AA4-AD62-8DD632FE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3/8 部分同源欺骗检出率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DA7F9-8AFC-4AC3-86EB-160F174D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各布局独立标定，标称正常窗口虚警目标 1%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90550" y="2114550"/>
          <a:ext xmlns:a="http://schemas.openxmlformats.org/drawingml/2006/main" cx="6324600" cy="3067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50e0e222144a9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16785-CDB5-476C-AA83-2E32890F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14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CAC27-1511-43EC-BBA9-735F1D7A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空间检测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2D727-1213-4430-8D31-5FDDCECF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431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同源簇判据与多基线共同产生增益。RF 三假星场景中，2/3/4 天线分别告警 6/8、8/8、8/8，原全星判据均为 0/8。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429EC-D407-44C8-AB81-C5768D40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766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39B32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F5738-0F4C-43AA-955C-BB79AC5E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71875"/>
            <a:ext cx="4191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 m 孔径提高部分替代检出率，但 +6 dB 真假混合 RF 中，三天线 cluster3 从 8/8 降至 0/8。更多天线仍需匹配判据并重新标定。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0AF30-8EC3-469E-B132-4DB89056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624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4A4A"/>
                </a:solidFill>
                <a:latin typeface="Microsoft YaHei"/>
                <a:ea typeface="Microsoft YaHei"/>
                <a:cs typeface="Microsoft YaHei"/>
              </a:rPr>
              <a:t>多径与导航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B0171-492F-493F-B18D-5E206AF3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强非共同多径下，SDCP 软降权使浮点 RMS 下降 57%–65%；弱反射、共模和参考污染无稳定收益。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第三批冻结验证中，导航新方案 20 m 内历元由 172/204 降至 154/204，未采用。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B263F-E7CF-4952-BA09-A8D53ECC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05500"/>
            <a:ext cx="1219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D4EBB-389C-454E-85C3-EAF387E3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05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666B"/>
                </a:solidFill>
                <a:latin typeface="Microsoft YaHei"/>
                <a:ea typeface="Microsoft YaHei"/>
                <a:cs typeface="Microsoft YaHei"/>
              </a:rPr>
              <a:t>综合判断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F10DF-CA7C-47F6-A9AB-17AAA990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096000"/>
            <a:ext cx="957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天线分集已证明对空间同源检测有价值，但尚未证明攻击后可长期输出可信位置。下一步应把独立验证的源存在性检测接入同一 RF/PVT 链，并进入同步四通道 RF + IMU 台架标定。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0593D-41DD-4156-A614-B8183E99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600825"/>
            <a:ext cx="957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B79"/>
                </a:solidFill>
                <a:latin typeface="Microsoft YaHei"/>
                <a:ea typeface="Microsoft YaHei"/>
                <a:cs typeface="Microsoft YaHei"/>
              </a:rPr>
              <a:t>口径：模型检出率与 RF 窗口计数分开解释；仿真未包含真实多天线 IQ、实机同步误差、互耦与方向图标定。资料截至 2026-09-15。</a:t>
            </a:r>
          </a:p>
        </p:txBody>
      </p:sp>
    </p:spTree>
    <p:extLst>
      <p:ext uri="{BB962C8B-B14F-4D97-AF65-F5344CB8AC3E}">
        <p14:creationId xmlns:p14="http://schemas.microsoft.com/office/powerpoint/2010/main" val="1933373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2026-09-15T11:39:46.8460000Z</dcterms:created>
  <dcterms:modified xsi:type="dcterms:W3CDTF">2026-09-15T11:39:46.8460000Z</dcterms:modified>
</coreProperties>
</file>