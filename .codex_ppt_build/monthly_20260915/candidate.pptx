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5901f5b9a4163" /><Relationship Type="http://schemas.openxmlformats.org/officeDocument/2006/relationships/extended-properties" Target="/docProps/app.xml" Id="Ra01dfbfa679d49ba" /><Relationship Type="http://schemas.openxmlformats.org/officeDocument/2006/relationships/officeDocument" Target="/ppt/presentation.xml" Id="R555840762c764f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ee57fcfe17490c"/>
  </p:sldMasterIdLst>
  <p:notesMasterIdLst>
    <p:notesMasterId xmlns:r="http://schemas.openxmlformats.org/officeDocument/2006/relationships" r:id="Ra89664750c0d4220"/>
  </p:notesMasterIdLst>
  <p:sldIdLst>
    <p:sldId xmlns:r="http://schemas.openxmlformats.org/officeDocument/2006/relationships" id="256" r:id="R5e3ba950066a43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db7d38187c4121" /><Relationship Type="http://schemas.openxmlformats.org/officeDocument/2006/relationships/slideMaster" Target="/ppt/slideMasters/slideMaster1.xml" Id="R8dee57fcfe17490c" /><Relationship Type="http://schemas.openxmlformats.org/officeDocument/2006/relationships/notesMaster" Target="/ppt/notesMasters/notesMaster1.xml" Id="Ra89664750c0d4220" /><Relationship Type="http://schemas.openxmlformats.org/officeDocument/2006/relationships/presProps" Target="/ppt/presProps.xml" Id="Rd2f106b117c44e92" /><Relationship Type="http://schemas.openxmlformats.org/officeDocument/2006/relationships/tableStyles" Target="/ppt/tableStyles.xml" Id="R37e59f3f02dc4fe9" /><Relationship Type="http://schemas.openxmlformats.org/officeDocument/2006/relationships/slide" Target="/ppt/slides/slide1.xml" Id="R5e3ba950066a43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6443473de143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9cbbcc88454a78" /><Relationship Type="http://schemas.openxmlformats.org/officeDocument/2006/relationships/notesMaster" Target="/ppt/notesMasters/notesMaster1.xml" Id="R610fa5b0baab4d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本页结论来源：</a:t>
            </a:r>
          </a:p>
          <a:p xmlns:a="http://schemas.openxmlformats.org/drawingml/2006/main">
            <a:r>
              <a:t>1. docs/reports/2026-09-14-gpspatron-spatial-diversity.md</a:t>
            </a:r>
          </a:p>
          <a:p xmlns:a="http://schemas.openxmlformats.org/drawingml/2006/main">
            <a:r>
              <a:t>2. docs/reports/2026-09-14-spacing-1m.md</a:t>
            </a:r>
          </a:p>
          <a:p xmlns:a="http://schemas.openxmlformats.org/drawingml/2006/main">
            <a:r>
              <a:t>3. docs/reports/2026-09-11-sdcp-positioning.md</a:t>
            </a:r>
          </a:p>
          <a:p xmlns:a="http://schemas.openxmlformats.org/drawingml/2006/main">
            <a:r>
              <a:t>4. python_sim_simplified/RESEARCH_THIRD_HUNDRED_REPORT.md</a:t>
            </a:r>
          </a:p>
          <a:p xmlns:a="http://schemas.openxmlformats.org/drawingml/2006/main">
            <a:r>
              <a:t>说明：第三批100轮报告当前位于本地未提交工作区；引用前应与最终归档版本核对。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e7bb5787846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9363e4f3454963" /><Relationship Type="http://schemas.openxmlformats.org/officeDocument/2006/relationships/slideLayout" Target="/ppt/slideLayouts/slideLayout1.xml" Id="R61d4d6d953744d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d4d6d953744d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5d03868b44828" /><Relationship Type="http://schemas.openxmlformats.org/officeDocument/2006/relationships/chart" Target="/ppt/slides/charts/chart1.xml" Id="Ra4e1cc16d6ac4d3d" /><Relationship Type="http://schemas.openxmlformats.org/officeDocument/2006/relationships/notesSlide" Target="/ppt/notesSlides/notesSlide1.xml" Id="Ra869022dedb84dc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手机尺寸 75.9 × 160.9 mm</c:v>
          </c:tx>
          <c:spPr>
            <a:solidFill xmlns:a="http://schemas.openxmlformats.org/drawingml/2006/main">
              <a:srgbClr val="008A91"/>
            </a:solidFill>
          </c:spPr>
          <c:cat>
            <c:strLit>
              <c:ptCount val="3"/>
              <c:pt idx="0">
                <c:v>2 天线</c:v>
              </c:pt>
              <c:pt idx="1">
                <c:v>3 天线</c:v>
              </c:pt>
              <c:pt idx="2">
                <c:v>4 天线</c:v>
              </c:pt>
            </c:strLit>
          </c:cat>
          <c:val>
            <c:numLit>
              <c:formatCode>0.0"%"</c:formatCode>
              <c:ptCount val="3"/>
              <c:pt idx="0">
                <c:v>4.7</c:v>
              </c:pt>
              <c:pt idx="1">
                <c:v>79.7</c:v>
              </c:pt>
              <c:pt idx="2">
                <c:v>94.6</c:v>
              </c:pt>
            </c:numLit>
          </c:val>
        </c:ser>
        <c:ser>
          <c:idx val="1"/>
          <c:order val="1"/>
          <c:tx>
            <c:v>1 m 正方形阵列</c:v>
          </c:tx>
          <c:spPr>
            <a:solidFill xmlns:a="http://schemas.openxmlformats.org/drawingml/2006/main">
              <a:srgbClr val="E39B32"/>
            </a:solidFill>
          </c:spPr>
          <c:cat>
            <c:strLit>
              <c:ptCount val="3"/>
              <c:pt idx="0">
                <c:v>2 天线</c:v>
              </c:pt>
              <c:pt idx="1">
                <c:v>3 天线</c:v>
              </c:pt>
              <c:pt idx="2">
                <c:v>4 天线</c:v>
              </c:pt>
            </c:strLit>
          </c:cat>
          <c:val>
            <c:numLit>
              <c:formatCode>0.0"%"</c:formatCode>
              <c:ptCount val="3"/>
              <c:pt idx="0">
                <c:v>5.76</c:v>
              </c:pt>
              <c:pt idx="1">
                <c:v>90.92</c:v>
              </c:pt>
              <c:pt idx="2">
                <c:v>98.22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324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2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B6B7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08309-CE03-45C3-8CB3-27C4A163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GNSS 天线分集近期仿真结论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23888-45AB-40D0-B3CA-DEAB7BE4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多基线提升部分同源欺骗的可见性，但天线数和孔径都不保证单调收益；可信导航尚未闭环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033FB-A8F9-4F4E-ABE9-D78DC10A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3/8 部分同源欺骗检出率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79B93-E9C1-4D2D-9CA0-02797341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rPr>
              <a:t>各布局独立标定，标称正常窗口虚警目标 1%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0550" y="2114550"/>
          <a:ext xmlns:a="http://schemas.openxmlformats.org/drawingml/2006/main" cx="63246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e1cc16d6ac4d3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4E8F0-5861-47C2-9961-78EBE7D9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144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6632F-0953-4EBC-8F53-FE06520E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空间检测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FE3CC-0CF4-4921-A36B-B82B625E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431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同源簇判据与多基线共同产生增益。RF 三假星场景中，2/3/4 天线分别告警 6/8、8/8、8/8，原全星判据均为 0/8。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1C520-04B2-4961-8174-B32DF049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766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9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39B32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0BC76-2CDE-410B-8843-53A8E2C5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71875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1 m 孔径提高部分替代检出率，但 +6 dB 真假混合 RF 中，三天线 cluster3 从 8/8 降至 0/8。更多天线仍需匹配判据并重新标定。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1F904-4524-438A-849F-B239D704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624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4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4A4A"/>
                </a:solidFill>
                <a:latin typeface="Microsoft YaHei"/>
                <a:ea typeface="Microsoft YaHei"/>
                <a:cs typeface="Microsoft YaHei"/>
              </a:rPr>
              <a:t>多径与导航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87E3E-2DB9-437E-814C-E42A526E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强非共同多径下，SDCP 软降权使浮点 RMS 下降 57%–65%；弱反射、共模和参考污染无稳定收益。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第三批冻结验证中，导航新方案 20 m 内历元由 172/204 降至 154/204，未采用。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2C5F0-6AD8-4C7B-B9A2-4B53F3CD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92311-75C3-4066-87AC-CD97104E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05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E92FD-BBCD-410B-81E6-CAD9AE18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096000"/>
            <a:ext cx="957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天线分集已证明对空间同源检测有价值，但尚未证明攻击后可长期输出可信位置。下一步应把独立验证的源存在性检测接入同一 RF/PVT 链，并进入同步四通道 RF + IMU 台架标定。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70930-9C92-46B2-B8D8-FAACA69F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957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rPr>
              <a:t>口径：模型检出率与 RF 窗口计数分开解释；仿真未包含真实多天线 IQ、实机同步误差、互耦与方向图标定。资料截至 2026-09-15。</a:t>
            </a:r>
          </a:p>
        </p:txBody>
      </p:sp>
    </p:spTree>
    <p:extLst>
      <p:ext uri="{BB962C8B-B14F-4D97-AF65-F5344CB8AC3E}">
        <p14:creationId xmlns:p14="http://schemas.microsoft.com/office/powerpoint/2010/main" val="436913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2026-09-15T11:40:14.2350000Z</dcterms:created>
  <dcterms:modified xsi:type="dcterms:W3CDTF">2026-09-15T11:40:14.2350000Z</dcterms:modified>
</coreProperties>
</file>