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6de8a20d54394" /><Relationship Type="http://schemas.openxmlformats.org/officeDocument/2006/relationships/extended-properties" Target="/docProps/app.xml" Id="R4ed0bd457a0347df" /><Relationship Type="http://schemas.openxmlformats.org/officeDocument/2006/relationships/officeDocument" Target="/ppt/presentation.xml" Id="Re7b3b990d18f49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b6caf6c0d4889"/>
  </p:sldMasterIdLst>
  <p:notesMasterIdLst>
    <p:notesMasterId xmlns:r="http://schemas.openxmlformats.org/officeDocument/2006/relationships" r:id="R29e31c982e1c4cab"/>
  </p:notesMasterIdLst>
  <p:sldIdLst>
    <p:sldId xmlns:r="http://schemas.openxmlformats.org/officeDocument/2006/relationships" id="256" r:id="Rd84140897b5f4a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e21cefe3674adf" /><Relationship Type="http://schemas.openxmlformats.org/officeDocument/2006/relationships/slideMaster" Target="/ppt/slideMasters/slideMaster1.xml" Id="R4a1b6caf6c0d4889" /><Relationship Type="http://schemas.openxmlformats.org/officeDocument/2006/relationships/notesMaster" Target="/ppt/notesMasters/notesMaster1.xml" Id="R29e31c982e1c4cab" /><Relationship Type="http://schemas.openxmlformats.org/officeDocument/2006/relationships/presProps" Target="/ppt/presProps.xml" Id="Rc83d788d78e14dfe" /><Relationship Type="http://schemas.openxmlformats.org/officeDocument/2006/relationships/tableStyles" Target="/ppt/tableStyles.xml" Id="R7c1f225c82ea4c45" /><Relationship Type="http://schemas.openxmlformats.org/officeDocument/2006/relationships/slide" Target="/ppt/slides/slide1.xml" Id="Rd84140897b5f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84581faea40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b120f7ff304f1b" /><Relationship Type="http://schemas.openxmlformats.org/officeDocument/2006/relationships/notesMaster" Target="/ppt/notesMasters/notesMaster1.xml" Id="Rcb8a81c6784142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本页结论来源：</a:t>
            </a:r>
          </a:p>
          <a:p xmlns:a="http://schemas.openxmlformats.org/drawingml/2006/main">
            <a:r>
              <a:t>1. docs/reports/2026-09-14-gpspatron-spatial-diversity.md</a:t>
            </a:r>
          </a:p>
          <a:p xmlns:a="http://schemas.openxmlformats.org/drawingml/2006/main">
            <a:r>
              <a:t>2. docs/reports/2026-09-14-spacing-1m.md</a:t>
            </a:r>
          </a:p>
          <a:p xmlns:a="http://schemas.openxmlformats.org/drawingml/2006/main">
            <a:r>
              <a:t>3. docs/reports/2026-09-11-sdcp-positioning.md</a:t>
            </a:r>
          </a:p>
          <a:p xmlns:a="http://schemas.openxmlformats.org/drawingml/2006/main">
            <a:r>
              <a:t>4. python_sim_simplified/RESEARCH_THIRD_HUNDRED_REPORT.md</a:t>
            </a:r>
          </a:p>
          <a:p xmlns:a="http://schemas.openxmlformats.org/drawingml/2006/main">
            <a:r>
              <a:t>说明：第三批100轮报告当前位于本地未提交工作区；引用前应与最终归档版本核对。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800d737b2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218a5647d4c48" /><Relationship Type="http://schemas.openxmlformats.org/officeDocument/2006/relationships/slideLayout" Target="/ppt/slideLayouts/slideLayout1.xml" Id="R3781a74a530b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1a74a530b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9c634ceb24d19" /><Relationship Type="http://schemas.openxmlformats.org/officeDocument/2006/relationships/chart" Target="/ppt/slides/charts/chart1.xml" Id="Rcb31c996ea0f4d41" /><Relationship Type="http://schemas.openxmlformats.org/officeDocument/2006/relationships/notesSlide" Target="/ppt/notesSlides/notesSlide1.xml" Id="R74d415e46fa647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手机尺寸 75.9 × 160.9 mm</c:v>
          </c:tx>
          <c:spPr>
            <a:solidFill xmlns:a="http://schemas.openxmlformats.org/drawingml/2006/main">
              <a:srgbClr val="008A91"/>
            </a:solidFill>
          </c:spPr>
          <c:cat>
            <c:strRef>
              <c:f>'Chart Data'!$A$2:$A$4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4.7</c:v>
                </c:pt>
                <c:pt idx="1">
                  <c:v>79.7</c:v>
                </c:pt>
                <c:pt idx="2">
                  <c:v>94.6</c:v>
                </c:pt>
              </c:numCache>
            </c:numRef>
          </c:val>
        </c:ser>
        <c:ser>
          <c:idx val="1"/>
          <c:order val="1"/>
          <c:tx>
            <c:v>1 m 正方形阵列</c:v>
          </c:tx>
          <c:spPr>
            <a:solidFill xmlns:a="http://schemas.openxmlformats.org/drawingml/2006/main">
              <a:srgbClr val="E39B32"/>
            </a:solidFill>
          </c:spPr>
          <c:cat>
            <c:strRef>
              <c:f>'Chart Data'!$C$2:$C$4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5.76</c:v>
                </c:pt>
                <c:pt idx="1">
                  <c:v>90.92</c:v>
                </c:pt>
                <c:pt idx="2">
                  <c:v>98.22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2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B6B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6F183-A098-4E8D-850C-7B7D2603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GNSS 天线分集近期仿真结论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49E44-E7E3-4F8B-B42F-A035910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多基线提升部分同源欺骗的可见性，但天线数和孔径都不保证单调收益；可信导航尚未闭环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CB8D4-042D-443D-AC26-F3A5D2B5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3/8 部分同源欺骗检出率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1D38D-9100-4461-A0C7-2F9EB38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各布局独立标定，标称正常窗口虚警目标 1%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2114550"/>
          <a:ext xmlns:a="http://schemas.openxmlformats.org/drawingml/2006/main" cx="63246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31c996ea0f4d4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3B89D-CF61-4F35-94FD-5BCF3B1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14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60CB2-CC41-4C3B-866E-57AE4238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空间检测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9A762-4D0C-4927-A624-B891A6B1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4191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收益来自同源簇判据与多基线共同作用。完整 RF 三假星场景中，2/3/4 天线分别告警 6/8、8/8、8/8；原全星判据均为 0/8。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B9C47-BDB4-4A50-85FF-410C650A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C128D-6269-4BCA-9CEA-42A71262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52850"/>
            <a:ext cx="419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 m 孔径提高部分替代检出率，但 +6 dB 真假混合 RF 反例中，三天线 cluster3 从 8/8 降至 0/8。更多天线不能替代判据选择与重新标定。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27CCC-EA21-4A4D-BD16-5C19DACC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863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rPr>
              <a:t>多径与导航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5586E-208F-4820-8AFB-F3D7E7E2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816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强非共同多径下，SDCP 软降权使浮点位置 RMS 下降 57%–65%；弱反射、共模和参考污染没有稳定收益。第三批端到端导航新方案 20 m 内历元由 172/204 降至 154/204，未采用。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7727F-0626-4820-AA46-72590C2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0CF37-44D9-4084-AA5D-7B5B091A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E96A4-2151-4151-A5F6-A3204E8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96000"/>
            <a:ext cx="957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天线分集已证明对空间同源检测有价值，但尚未证明攻击后可长期输出可信位置。下一步应把独立验证的源存在性检测接入同一 RF/PVT 链，并进入同步四通道 RF + IMU 台架标定。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B3F55-788F-435B-9632-568234C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957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口径：模型检出率与 RF 窗口计数分开解释；仿真未包含真实多天线 IQ、实机同步误差、互耦与方向图标定。资料截至 2026-09-15。</a:t>
            </a:r>
          </a:p>
        </p:txBody>
      </p:sp>
    </p:spTree>
    <p:extLst>
      <p:ext uri="{BB962C8B-B14F-4D97-AF65-F5344CB8AC3E}">
        <p14:creationId xmlns:p14="http://schemas.microsoft.com/office/powerpoint/2010/main" val="1188721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2026-09-15T11:37:31.2180000Z</dcterms:created>
  <dcterms:modified xsi:type="dcterms:W3CDTF">2026-09-15T11:37:31.2180000Z</dcterms:modified>
</coreProperties>
</file>