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9806f4a2c24d47" /><Relationship Type="http://schemas.openxmlformats.org/officeDocument/2006/relationships/extended-properties" Target="/docProps/app.xml" Id="R27966f8f37c34834" /><Relationship Type="http://schemas.openxmlformats.org/officeDocument/2006/relationships/officeDocument" Target="/ppt/presentation.xml" Id="Rca354772e5204d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ade6dc1ae24c34"/>
  </p:sldMasterIdLst>
  <p:notesMasterIdLst>
    <p:notesMasterId xmlns:r="http://schemas.openxmlformats.org/officeDocument/2006/relationships" r:id="R540075dc9e344081"/>
  </p:notesMasterIdLst>
  <p:sldIdLst>
    <p:sldId xmlns:r="http://schemas.openxmlformats.org/officeDocument/2006/relationships" id="256" r:id="R1c7a660cba1c4a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4841d1c7ce471b" /><Relationship Type="http://schemas.openxmlformats.org/officeDocument/2006/relationships/slideMaster" Target="/ppt/slideMasters/slideMaster1.xml" Id="R02ade6dc1ae24c34" /><Relationship Type="http://schemas.openxmlformats.org/officeDocument/2006/relationships/notesMaster" Target="/ppt/notesMasters/notesMaster1.xml" Id="R540075dc9e344081" /><Relationship Type="http://schemas.openxmlformats.org/officeDocument/2006/relationships/presProps" Target="/ppt/presProps.xml" Id="Rbcf7523be86a45a8" /><Relationship Type="http://schemas.openxmlformats.org/officeDocument/2006/relationships/tableStyles" Target="/ppt/tableStyles.xml" Id="R6c56a8928b434093" /><Relationship Type="http://schemas.openxmlformats.org/officeDocument/2006/relationships/slide" Target="/ppt/slides/slide1.xml" Id="R1c7a660cba1c4a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19df255ad240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7a7dd969314289" /><Relationship Type="http://schemas.openxmlformats.org/officeDocument/2006/relationships/notesMaster" Target="/ppt/notesMasters/notesMaster1.xml" Id="Rb67e26381974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本页结论来源：</a:t>
            </a:r>
          </a:p>
          <a:p xmlns:a="http://schemas.openxmlformats.org/drawingml/2006/main">
            <a:r>
              <a:t>1. docs/reports/2026-09-14-gpspatron-spatial-diversity.md</a:t>
            </a:r>
          </a:p>
          <a:p xmlns:a="http://schemas.openxmlformats.org/drawingml/2006/main">
            <a:r>
              <a:t>2. docs/reports/2026-09-14-spacing-1m.md</a:t>
            </a:r>
          </a:p>
          <a:p xmlns:a="http://schemas.openxmlformats.org/drawingml/2006/main">
            <a:r>
              <a:t>3. docs/reports/2026-09-11-sdcp-positioning.md</a:t>
            </a:r>
          </a:p>
          <a:p xmlns:a="http://schemas.openxmlformats.org/drawingml/2006/main">
            <a:r>
              <a:t>4. python_sim_simplified/RESEARCH_THIRD_HUNDRED_REPORT.md</a:t>
            </a:r>
          </a:p>
          <a:p xmlns:a="http://schemas.openxmlformats.org/drawingml/2006/main">
            <a:r>
              <a:t>说明：第三批100轮报告当前位于本地未提交工作区；引用前应与最终归档版本核对。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ec5df41f4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bd78c39dd0445e" /><Relationship Type="http://schemas.openxmlformats.org/officeDocument/2006/relationships/slideLayout" Target="/ppt/slideLayouts/slideLayout1.xml" Id="R4d136079b5bb40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36079b5bb40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8e00fde3e45b6" /><Relationship Type="http://schemas.openxmlformats.org/officeDocument/2006/relationships/chart" Target="/ppt/slides/charts/chart1.xml" Id="Rb158c681473b4d98" /><Relationship Type="http://schemas.openxmlformats.org/officeDocument/2006/relationships/notesSlide" Target="/ppt/notesSlides/notesSlide1.xml" Id="Ra048d48bead64e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手机尺寸 75.9 × 160.9 mm</c:v>
          </c:tx>
          <c:spPr>
            <a:solidFill xmlns:a="http://schemas.openxmlformats.org/drawingml/2006/main">
              <a:srgbClr val="008A91"/>
            </a:solidFill>
          </c:spPr>
          <c:cat>
            <c:strRef>
              <c:f>'Chart Data'!$A$2:$A$4</c:f>
              <c:strCache>
                <c:ptCount val="3"/>
                <c:pt idx="0">
                  <c:v>2 天线</c:v>
                </c:pt>
                <c:pt idx="1">
                  <c:v>3 天线</c:v>
                </c:pt>
                <c:pt idx="2">
                  <c:v>4 天线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4.7</c:v>
                </c:pt>
                <c:pt idx="1">
                  <c:v>79.7</c:v>
                </c:pt>
                <c:pt idx="2">
                  <c:v>94.6</c:v>
                </c:pt>
              </c:numCache>
            </c:numRef>
          </c:val>
        </c:ser>
        <c:ser>
          <c:idx val="1"/>
          <c:order val="1"/>
          <c:tx>
            <c:v>1 m 正方形阵列</c:v>
          </c:tx>
          <c:spPr>
            <a:solidFill xmlns:a="http://schemas.openxmlformats.org/drawingml/2006/main">
              <a:srgbClr val="E39B32"/>
            </a:solidFill>
          </c:spPr>
          <c:cat>
            <c:strRef>
              <c:f>'Chart Data'!$C$2:$C$4</c:f>
              <c:strCache>
                <c:ptCount val="3"/>
                <c:pt idx="0">
                  <c:v>2 天线</c:v>
                </c:pt>
                <c:pt idx="1">
                  <c:v>3 天线</c:v>
                </c:pt>
                <c:pt idx="2">
                  <c:v>4 天线</c:v>
                </c:pt>
              </c:strCache>
            </c:strRef>
          </c:cat>
          <c:val>
            <c:numRef>
              <c:f>'Chart Data'!$D$2:$D$4</c:f>
              <c:numCache>
                <c:formatCode>0"%"</c:formatCode>
                <c:ptCount val="3"/>
                <c:pt idx="0">
                  <c:v>5.76</c:v>
                </c:pt>
                <c:pt idx="1">
                  <c:v>90.92</c:v>
                </c:pt>
                <c:pt idx="2">
                  <c:v>98.22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2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B6B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5F455-BA7C-4433-A779-A3B68029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GNSS 天线分集近期仿真结论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1EF30-0BDE-4B1C-978A-A51DB1E5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多基线提升部分同源欺骗的可见性，但天线数和孔径都不保证单调收益；可信导航尚未闭环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09135-5459-4A4F-80CD-FA355AB4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3/8 部分同源欺骗检出率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33034-FBBF-40F1-8D36-269D103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各布局独立标定，标称正常窗口虚警目标 1%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0550" y="2114550"/>
          <a:ext xmlns:a="http://schemas.openxmlformats.org/drawingml/2006/main" cx="63246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58c681473b4d9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E3A3E-3969-4BD6-BEA5-8D0D8E9B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14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63FC4-9514-4701-8825-020A6561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空间检测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6ECFF-6552-46CD-AB45-1455EBE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43150"/>
            <a:ext cx="4191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收益来自同源簇判据与多基线共同作用。完整 RF 三假星场景中，2/3/4 天线分别告警 6/8、8/8、8/8；原全星判据均为 0/8。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9E2E7-BCDB-4850-A671-76535D31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65BD7-5544-4899-8BCD-06330ED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52850"/>
            <a:ext cx="419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 m 孔径提高部分替代检出率，但 +6 dB 真假混合 RF 反例中，三天线 cluster3 从 8/8 降至 0/8。更多天线不能替代判据选择与重新标定。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8B24D-83D3-4FF3-994C-9DF62F13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863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rPr>
              <a:t>多径与导航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0E8F7-BBA9-4EAE-95D1-A9A13E08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816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强非共同多径下，SDCP 软降权使浮点位置 RMS 下降 57%–65%；弱反射、共模和参考污染没有稳定收益。第三批端到端导航新方案 20 m 内历元由 172/204 降至 154/204，未采用。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95C2A-BC27-4048-965D-0108916B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2BC8D-A74A-4DDC-A516-68AF2400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05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AE921-CFCB-4F05-9B6E-0C8D2930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096000"/>
            <a:ext cx="957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天线分集已证明对空间同源检测有价值，但尚未证明攻击后可长期输出可信位置。下一步应把独立验证的源存在性检测接入同一 RF/PVT 链，并进入同步四通道 RF + IMU 台架标定。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F7DF2-4758-4034-8817-A5C5887C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957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口径：模型检出率与 RF 窗口计数分开解释；仿真未包含真实多天线 IQ、实机同步误差、互耦与方向图标定。资料截至 2026-09-15。</a:t>
            </a:r>
          </a:p>
        </p:txBody>
      </p:sp>
    </p:spTree>
    <p:extLst>
      <p:ext uri="{BB962C8B-B14F-4D97-AF65-F5344CB8AC3E}">
        <p14:creationId xmlns:p14="http://schemas.microsoft.com/office/powerpoint/2010/main" val="1352839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2026-09-15T11:36:58.8000000Z</dcterms:created>
  <dcterms:modified xsi:type="dcterms:W3CDTF">2026-09-15T11:36:58.8000000Z</dcterms:modified>
</coreProperties>
</file>